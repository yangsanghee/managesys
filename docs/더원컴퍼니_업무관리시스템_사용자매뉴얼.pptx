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173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DBE9FE"/>
                </a:solidFill>
              </a:rPr>
              <a:t>더원컴퍼니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업무관리시스템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BE9FE"/>
                </a:solidFill>
              </a:rPr>
              <a:t>사용자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2026-03-23  |  http://43.203.193.217:10000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BE9FE"/>
                </a:solidFill>
              </a:rPr>
              <a:t>대전광역시 둔산동 1229 6층  |  02-1660-4130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목  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303520" cy="73152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</a:rPr>
              <a:t>01  시스템 개요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5303520" cy="73152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</a:rPr>
              <a:t>02  권한 체계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5303520" cy="73152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</a:rPr>
              <a:t>03  로그인 및 로그아웃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5303520" cy="73152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</a:rPr>
              <a:t>04  비밀번호 관리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29200"/>
            <a:ext cx="5303520" cy="73152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</a:rPr>
              <a:t>05  공지사항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5303520" cy="73152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4173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</a:rPr>
              <a:t>06  고객관리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286000"/>
            <a:ext cx="5303520" cy="73152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3317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</a:rPr>
              <a:t>07  인사관리 (관리자 전용)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200400"/>
            <a:ext cx="5303520" cy="73152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2461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</a:rPr>
              <a:t>08  공통코드관리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114800"/>
            <a:ext cx="5303520" cy="73152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1605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</a:rPr>
              <a:t>09  세션 관리 / FAQ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01  시스템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더원컴퍼니 내부 업무 관리 시스템입니다.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190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798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주요 기능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24912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1518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공지사항 조회 및 작성 (권한에 따라)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63824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5409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개인고객 및 협력점 고객 정보 관리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02736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93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직원 계정 관리 및 권한 설정 (관리자)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41648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공통코드 관리 (드롭다운 항목 관리)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70831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0974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접속 정보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76672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26694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시스템 주소: http://43.203.193.217:10000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815584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70585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권장 브라우저: Chrome, Edge (최신 버전)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02  권한 체계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657600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D4ED8"/>
                </a:solidFill>
              </a:rPr>
              <a:t>최고관리자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공지사항 작성/수정/삭제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63240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900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고객관리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57600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844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인사관리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51960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17880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공통코드관리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188720"/>
            <a:ext cx="3657600" cy="640080"/>
          </a:xfrm>
          <a:prstGeom prst="rect">
            <a:avLst/>
          </a:prstGeom>
          <a:solidFill>
            <a:srgbClr val="069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234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956B"/>
                </a:solidFill>
              </a:rPr>
              <a:t>매니저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2468880"/>
            <a:ext cx="73152" cy="73152"/>
          </a:xfrm>
          <a:prstGeom prst="rect">
            <a:avLst/>
          </a:prstGeom>
          <a:solidFill>
            <a:srgbClr val="069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39572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공지사항 작성/수정/삭제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063240"/>
            <a:ext cx="73152" cy="73152"/>
          </a:xfrm>
          <a:prstGeom prst="rect">
            <a:avLst/>
          </a:prstGeom>
          <a:solidFill>
            <a:srgbClr val="069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9900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고객관리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3657600"/>
            <a:ext cx="73152" cy="73152"/>
          </a:xfrm>
          <a:prstGeom prst="rect">
            <a:avLst/>
          </a:prstGeom>
          <a:solidFill>
            <a:srgbClr val="069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5844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공통코드관리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188720"/>
            <a:ext cx="3657600" cy="640080"/>
          </a:xfrm>
          <a:prstGeom prst="rect">
            <a:avLst/>
          </a:prstGeom>
          <a:solidFill>
            <a:srgbClr val="97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234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MEMBER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71616"/>
                </a:solidFill>
              </a:rPr>
              <a:t>일반사용자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2468880"/>
            <a:ext cx="73152" cy="73152"/>
          </a:xfrm>
          <a:prstGeom prst="rect">
            <a:avLst/>
          </a:prstGeom>
          <a:solidFill>
            <a:srgbClr val="97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239572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공지사항 읽기만 가능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3063240"/>
            <a:ext cx="73152" cy="73152"/>
          </a:xfrm>
          <a:prstGeom prst="rect">
            <a:avLst/>
          </a:prstGeom>
          <a:solidFill>
            <a:srgbClr val="97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29900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고객관리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035040"/>
            <a:ext cx="11430000" cy="45720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0533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D4ED8"/>
                </a:solidFill>
              </a:rPr>
              <a:t>※ 권한이 없는 메뉴 접근 시 공지사항 화면으로 자동 이동됩니다.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03  로그인 및 로그아웃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로그인 방법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47088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브라우저에서 시스템 주소 접속 → 자동으로 로그인 화면 표시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762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아이디와 비밀번호 입력 후 로그인 버튼 클릭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24912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1518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로그인 성공 시 공지사항 화면으로 이동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5409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930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오류 안내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59936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502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아이디/비밀번호 오류 → "아이디 또는 비밀번호가 올바르지 않습니다" (401)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98848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3891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비활성 계정 → "비활성화된 계정입니다" → 관리자에게 문의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37760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2803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비밀번호 초기화된 계정 → 로그인 즉시 재설정 화면으로 이동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2669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70585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로그아웃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272784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16305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우측 상단 메뉴에서 로그아웃 클릭 → 로그인 이력 자동 저장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04  비밀번호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비밀번호 초기화 후 재설정 (관리자가 초기화한 경우)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47088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로그인 시 자동으로 재설정 화면 표시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762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새 비밀번호 입력 → 확인 입력 → 변경 버튼 클릭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24912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1518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초기 비밀번호: 아이디 + 1234!  (예: hong → hong1234!)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5409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930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내 비밀번호 변경 (자발적 변경)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59936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502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우측 상단 메뉴에서 비밀번호 변경 선택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98848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3891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현재 비밀번호 입력 → 새 비밀번호 입력 → 저장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28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6694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비밀번호 규칙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833872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72414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8자 이상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272784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16305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영문 + 숫자 + 특수문자를 모두 포함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711696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60196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예시: MyPass1!  /  Work2026@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05  공지사항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로그인 후 기본으로 표시되는 화면입니다.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190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798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권한별 기능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24912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1518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ADMIN / MANAGER: 공지사항 작성, 수정(본인 글), 삭제(본인 글)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63824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5409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ADMIN: 모든 공지사항 삭제 가능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02736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93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MEMBER: 공지사항 읽기만 가능 (작성 버튼 미표시)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31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70831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사용 방법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937759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828031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목록에서 제목 클릭 → 상세 내용 확인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76672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26694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작성 버튼(+) 클릭 → 제목/내용 입력 → 저장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815584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70585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수정: 목록의 수정 아이콘 클릭 → 내용 수정 → 저장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2362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D4ED8"/>
                </a:solidFill>
              </a:rPr>
              <a:t>※ MEMBER 권한은 공지사항 읽기 전용입니다.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06  고객관리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개인고객관리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47088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조회: 고객명, 연락처, 상태 등 조건 입력 후 조회 버튼 클릭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762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등록: 등록 버튼 클릭 → 고객 정보 입력 → 저장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24912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1518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수정: 목록에서 고객 선택 → 정보 수정 → 저장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63824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5409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삭제: 목록에서 고객 선택 → 삭제 버튼 클릭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930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협력점 고객관리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98848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3891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협력점(파트너사) 고객 정보 관리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37759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28031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조작 방법은 개인고객관리와 동일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07  인사관리 (ADMIN 전용)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직원 등록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47088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등록 버튼 클릭 → 아이디, 비밀번호, 이름, 부서, 권한, 사용여부 입력 → 저장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762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아이디 중복 확인 필수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1518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5409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직원 수정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21024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1129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목록 선택 → 정보 수정 → 저장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59936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502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비밀번호는 새로 입력할 때만 변경됨 (공란이면 기존 유지)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89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28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비밀번호 초기화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94960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28523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초기화 버튼 클릭 → 아이디+1234! 로 설정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833872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72414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해당 직원은 다음 로그인 시 반드시 비밀번호 변경 필요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630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6019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직원 삭제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7168896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705916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목록 선택 → 삭제 (로그인 이력 포함 삭제)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2362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D4ED8"/>
                </a:solidFill>
              </a:rPr>
              <a:t>※ 인사관리는 ADMIN 권한만 접근 가능합니다.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08  공통코드관리 / 09  세션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공통코드관리 (ADMIN, MANAGER)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47088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시스템 드롭다운 선택 항목(코드 값)을 관리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762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그룹코드 관리: 코드 그룹 단위 조회/등록/수정/삭제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24912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1518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상세코드 관리: 그룹 내 개별 코드 항목 관리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63824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5409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사용여부 N 설정 시 드롭다운 목록에서 숨겨짐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930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세션 관리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98848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3891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로그인 후 1시간 경과 시 자동 로그아웃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37759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28031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만료 시 "세션이 만료되었습니다. 다시 로그인해주세요." 메시지 표시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76672"/>
            <a:ext cx="73152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26694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여러 탭 사용 시 한 탭 로그아웃 → 모든 탭 동시 로그아웃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자주 묻는 질문 (FAQ)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1430000" cy="77724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Q.  비밀번호를 잊어버렸습니다.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73351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A.  관리자에게 초기화 요청 → 아이디+1234! 로 로그인 → 비밀번호 변경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94560"/>
            <a:ext cx="11430000" cy="77724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40279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Q.  메뉴가 보이지 않습니다.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877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A.  권한 부족입니다. 관리자에게 권한 변경 요청하세요.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08960"/>
            <a:ext cx="11430000" cy="77724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54679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Q.  로그인이 안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021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A.  계정이 비활성 상태일 수 있습니다. 관리자에게 활성화 요청하세요.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023360"/>
            <a:ext cx="11430000" cy="77724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690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Q.  갑자기 로그인 화면으로 이동합니다.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16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A.  세션(1시간)이 만료되었습니다. 다시 로그인하세요.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937760"/>
            <a:ext cx="11430000" cy="77724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9834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Q.  공지사항 작성 버튼이 없습니다.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309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A.  MEMBER 권한은 읽기 전용입니다. 작성은 ADMIN/MANAGER만 가능합니다.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173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BE9FE"/>
                </a:solidFill>
              </a:rPr>
              <a:t>문의사항이 있으시면 관리자에게 연락해주세요.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더원컴퍼니  |  대전광역시 둔산동 1229 6층  |  02-1660-4130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